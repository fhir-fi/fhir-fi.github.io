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AFF"/>
    <a:srgbClr val="034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91"/>
    <p:restoredTop sz="94654"/>
  </p:normalViewPr>
  <p:slideViewPr>
    <p:cSldViewPr snapToGrid="0">
      <p:cViewPr varScale="1">
        <p:scale>
          <a:sx n="95" d="100"/>
          <a:sy n="95" d="100"/>
        </p:scale>
        <p:origin x="9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153C-BEA6-952F-3497-BAE175610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3A3788-4962-4D1C-9419-501958C8E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49A3-506B-7CAC-4222-14EC18744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9EB5C-8FF0-E9F1-2BDF-EB78FED3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36A3-4D2F-AD80-E402-47D9DDDE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4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96457-F526-DA20-6F57-27CD5C0E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289F8-59D9-934C-5E10-038D4D80D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6EE87-2B7C-3DF0-90CA-773F3723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580D7-504B-2853-1611-D62ADD68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46718-9C2F-A574-4087-0D8C72E09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6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DB221-3A04-81C7-AF71-1A59A3CD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55613-478D-F182-425B-067875C37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2776-4E86-0CDA-1378-985E82F9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C791-FE38-37B1-9152-779BF99D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DED4A-A2CF-E906-4424-0F435EA1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9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970D-1407-0FE9-5911-18A30635B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1FDD-F17F-6995-C86B-E45C9A2FB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A5D8A-DE23-2D87-A0E7-1D5549A51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381A2-0CD7-86AF-AA3A-025E747A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12518-775D-481C-9E45-F5B07119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33F47-11AA-63A1-6699-E02E51BC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6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D9F6-88F1-E614-777C-668A2869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69BD9-D7C4-BE1F-7A3D-92CFD0432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560F9-E835-662A-5089-5EB4A0018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B3F16-DD8F-C547-97E1-45829C236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B01E2-EC46-270F-F958-9F052D678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068A9-DB94-55FC-7539-13A4131A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06E83E-19E7-A2B4-849D-64E941DE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AAF3C-2EA3-AAFC-C22B-2B35C407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4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983DB-3141-8730-A2EF-7A697AD7F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1C7FF-ECB8-FD47-34F9-5EB19A7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0AE84-7972-C471-4902-6824DE04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24C83-391D-0C2B-D301-E099E3C0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5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25136-332D-AD6C-EBBD-46814BCB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8A415-7223-6F4A-5424-5535AF85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07482-6E52-8EFF-B8DA-7F1B02A8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4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21-254C-243B-E346-0A0F3BD8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935A9-AA09-EBA5-AE89-5F40D2B0C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DA95E-6C47-C561-74B5-A7C4CD4CD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F458D-92E4-FEAD-7AD5-60873556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C419B-1191-9982-ACB6-D03FBD96B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F978C-8AF2-E9C2-FA96-05FE41F6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7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6647-6ADA-EF2B-14E7-CBED9304E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5E8CA-EB4E-73D6-D5F6-5C62055DD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42A8D-28E7-2E4A-8D4E-BA042D494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6A41D-FA6E-227D-DE95-9AD5BFA3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230A5-9906-294B-2D0D-89164412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0C5F5-FA11-8F69-6F81-1B6689E7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9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35AB-0E90-F1DA-8826-E8254EB6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9D366-8061-0DF4-4E26-C8DAFF4F4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7814E-F709-1623-26FE-21DD2D28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50AD-2862-D365-1518-1AF35686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94B3F-BA55-570F-4F8B-5D6D8F9B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2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1E5D9-900B-9033-4CE1-D65D44EC7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950D8-A72D-79C5-C2F4-A3A64C6FE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0E82A-596C-DB19-B6D9-379CE59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2914C-798A-2DEE-A55D-B1E5405F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DB7B-9587-C0C1-2BDF-8B417AAE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0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1C726-2054-A8DC-2D90-CBC2C9C0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BDB9F-CCA1-F029-DA9A-9841972F8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9A681-5FAD-5AD1-51D9-13D716317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439F4B-BA67-0D4C-971B-8DAF506A6C2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7008-DA48-F6D3-FFF2-077BC259F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1C077-89CA-E4C2-1572-37AA54511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47B19-C019-D044-834A-4006BDC9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8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668F-5A7B-C6D1-2A22-2F5549769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b="1" cap="all" dirty="0">
                <a:solidFill>
                  <a:srgbClr val="03416D"/>
                </a:solidFill>
              </a:rPr>
              <a:t>FINNISH HEALTH DATA HACKATHON</a:t>
            </a:r>
            <a:endParaRPr lang="en-US" dirty="0">
              <a:solidFill>
                <a:srgbClr val="03416D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0945-2E03-6089-150A-906862B06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599281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Room 203 A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2A8CF-6211-0944-8BB8-FB342ACA20C0}"/>
              </a:ext>
            </a:extLst>
          </p:cNvPr>
          <p:cNvSpPr txBox="1"/>
          <p:nvPr/>
        </p:nvSpPr>
        <p:spPr>
          <a:xfrm>
            <a:off x="791736" y="4248318"/>
            <a:ext cx="5174165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Please see the schedule at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fhir.fi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/hackathon/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F27A6AD-0EDB-C07C-8574-5B48E59EC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100" y="3429000"/>
            <a:ext cx="2819866" cy="281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D2291-9F83-3615-5C15-489C18C98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A5DEADA-8359-F4D5-B8A8-2C90F89E0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100" y="3429000"/>
            <a:ext cx="2819866" cy="28198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80CB8-4792-0326-5600-54BEBDCC8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b="1" cap="all" dirty="0">
                <a:solidFill>
                  <a:srgbClr val="03416D"/>
                </a:solidFill>
              </a:rPr>
              <a:t>FINNISH HEALTH DATA HACKATHON</a:t>
            </a:r>
            <a:endParaRPr lang="en-US" dirty="0">
              <a:solidFill>
                <a:srgbClr val="03416D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8B638-A4AF-2A31-F130-F45B5BA25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599281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Room 203 B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F9AE5-F9E6-04E6-D4DE-77E78E5D3862}"/>
              </a:ext>
            </a:extLst>
          </p:cNvPr>
          <p:cNvSpPr txBox="1"/>
          <p:nvPr/>
        </p:nvSpPr>
        <p:spPr>
          <a:xfrm>
            <a:off x="992458" y="4248318"/>
            <a:ext cx="497344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Please see the schedule at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fhir.fi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/hackathon/sb</a:t>
            </a:r>
          </a:p>
        </p:txBody>
      </p:sp>
    </p:spTree>
    <p:extLst>
      <p:ext uri="{BB962C8B-B14F-4D97-AF65-F5344CB8AC3E}">
        <p14:creationId xmlns:p14="http://schemas.microsoft.com/office/powerpoint/2010/main" val="1687331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1824b25-665d-4ca6-89ca-4f1b5bbe0424}" enabled="1" method="Privileged" siteId="{b01220f1-ab94-4936-86d7-f3b40f38f4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42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FINNISH HEALTH DATA HACKATHON</vt:lpstr>
      <vt:lpstr>FINNISH HEALTH DATA HACKATHON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Mikael Rinnetmäki</dc:creator>
  <cp:keywords/>
  <dc:description/>
  <cp:lastModifiedBy>Mikael Rinnetmäki</cp:lastModifiedBy>
  <cp:revision>5</cp:revision>
  <dcterms:created xsi:type="dcterms:W3CDTF">2026-01-17T16:25:13Z</dcterms:created>
  <dcterms:modified xsi:type="dcterms:W3CDTF">2026-01-20T08:45:54Z</dcterms:modified>
  <cp:category/>
</cp:coreProperties>
</file>