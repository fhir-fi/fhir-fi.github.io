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AFF"/>
    <a:srgbClr val="0341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47"/>
    <p:restoredTop sz="94676"/>
  </p:normalViewPr>
  <p:slideViewPr>
    <p:cSldViewPr snapToGrid="0">
      <p:cViewPr varScale="1">
        <p:scale>
          <a:sx n="95" d="100"/>
          <a:sy n="95" d="100"/>
        </p:scale>
        <p:origin x="200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8153C-BEA6-952F-3497-BAE1756106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3A3788-4962-4D1C-9419-501958C8E0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149A3-506B-7CAC-4222-14EC18744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39F4B-BA67-0D4C-971B-8DAF506A6C2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49EB5C-8FF0-E9F1-2BDF-EB78FED38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7536A3-4D2F-AD80-E402-47D9DDDEA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7B19-C019-D044-834A-4006BDC9A1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745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96457-F526-DA20-6F57-27CD5C0E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289F8-59D9-934C-5E10-038D4D80D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B6EE87-2B7C-3DF0-90CA-773F3723F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39F4B-BA67-0D4C-971B-8DAF506A6C2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6580D7-504B-2853-1611-D62ADD68C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46718-9C2F-A574-4087-0D8C72E09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7B19-C019-D044-834A-4006BDC9A1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767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DB221-3A04-81C7-AF71-1A59A3CDC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C55613-478D-F182-425B-067875C37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2776-4E86-0CDA-1378-985E82F90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39F4B-BA67-0D4C-971B-8DAF506A6C2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0C791-FE38-37B1-9152-779BF99D1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FDED4A-A2CF-E906-4424-0F435EA16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7B19-C019-D044-834A-4006BDC9A1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199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6970D-1407-0FE9-5911-18A30635B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351FDD-F17F-6995-C86B-E45C9A2FB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2A5D8A-DE23-2D87-A0E7-1D5549A511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3381A2-0CD7-86AF-AA3A-025E747AB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39F4B-BA67-0D4C-971B-8DAF506A6C2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12518-775D-481C-9E45-F5B071195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33F47-11AA-63A1-6699-E02E51BC2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7B19-C019-D044-834A-4006BDC9A1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9687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CD9F6-88F1-E614-777C-668A28692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B69BD9-D7C4-BE1F-7A3D-92CFD04322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5560F9-E835-662A-5089-5EB4A0018E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DB3F16-DD8F-C547-97E1-45829C2366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5B01E2-EC46-270F-F958-9F052D678E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7068A9-DB94-55FC-7539-13A4131A0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39F4B-BA67-0D4C-971B-8DAF506A6C2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06E83E-19E7-A2B4-849D-64E941DE7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FAAF3C-2EA3-AAFC-C22B-2B35C407C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7B19-C019-D044-834A-4006BDC9A1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545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983DB-3141-8730-A2EF-7A697AD7F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C1C7FF-ECB8-FD47-34F9-5EB19A787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39F4B-BA67-0D4C-971B-8DAF506A6C2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30AE84-7972-C471-4902-6824DE04A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824C83-391D-0C2B-D301-E099E3C04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7B19-C019-D044-834A-4006BDC9A1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351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A25136-332D-AD6C-EBBD-46814BCBC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39F4B-BA67-0D4C-971B-8DAF506A6C2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78A415-7223-6F4A-5424-5535AF852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007482-6E52-8EFF-B8DA-7F1B02A82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7B19-C019-D044-834A-4006BDC9A1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347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ED821-254C-243B-E346-0A0F3BD81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935A9-AA09-EBA5-AE89-5F40D2B0CF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CDA95E-6C47-C561-74B5-A7C4CD4CD7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6F458D-92E4-FEAD-7AD5-608735560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39F4B-BA67-0D4C-971B-8DAF506A6C2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FC419B-1191-9982-ACB6-D03FBD96B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4F978C-8AF2-E9C2-FA96-05FE41F66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7B19-C019-D044-834A-4006BDC9A1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271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36647-6ADA-EF2B-14E7-CBED9304E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A5E8CA-EB4E-73D6-D5F6-5C62055DD1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742A8D-28E7-2E4A-8D4E-BA042D494C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66A41D-FA6E-227D-DE95-9AD5BFA3B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39F4B-BA67-0D4C-971B-8DAF506A6C2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4230A5-9906-294B-2D0D-891644128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80C5F5-FA11-8F69-6F81-1B6689E7A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7B19-C019-D044-834A-4006BDC9A1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797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735AB-0E90-F1DA-8826-E8254EB6C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B9D366-8061-0DF4-4E26-C8DAFF4F4B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7814E-F709-1623-26FE-21DD2D283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39F4B-BA67-0D4C-971B-8DAF506A6C2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0250AD-2862-D365-1518-1AF35686E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494B3F-BA55-570F-4F8B-5D6D8F9BB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7B19-C019-D044-834A-4006BDC9A1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7282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B1E5D9-900B-9033-4CE1-D65D44EC75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7950D8-A72D-79C5-C2F4-A3A64C6FEB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C0E82A-596C-DB19-B6D9-379CE59AC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39F4B-BA67-0D4C-971B-8DAF506A6C2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2914C-798A-2DEE-A55D-B1E5405F6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3EDB7B-9587-C0C1-2BDF-8B417AAEF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7B19-C019-D044-834A-4006BDC9A1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600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1C726-2054-A8DC-2D90-CBC2C9C0C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BBDB9F-CCA1-F029-DA9A-9841972F8B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9A681-5FAD-5AD1-51D9-13D716317A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439F4B-BA67-0D4C-971B-8DAF506A6C2E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27008-DA48-F6D3-FFF2-077BC259F6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1C077-89CA-E4C2-1572-37AA545111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947B19-C019-D044-834A-4006BDC9A1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981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4668F-5A7B-C6D1-2A22-2F55497691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2387600"/>
          </a:xfrm>
        </p:spPr>
        <p:txBody>
          <a:bodyPr>
            <a:normAutofit/>
          </a:bodyPr>
          <a:lstStyle/>
          <a:p>
            <a:r>
              <a:rPr lang="en-US" b="1" cap="all" dirty="0">
                <a:solidFill>
                  <a:srgbClr val="03416D"/>
                </a:solidFill>
              </a:rPr>
              <a:t>FINNISH HEALTH DATA HACKATHON</a:t>
            </a:r>
            <a:endParaRPr lang="en-US" dirty="0">
              <a:solidFill>
                <a:srgbClr val="03416D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550945-2E03-6089-150A-906862B062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01119"/>
            <a:ext cx="9144000" cy="599281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Room 203 A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C2A8CF-6211-0944-8BB8-FB342ACA20C0}"/>
              </a:ext>
            </a:extLst>
          </p:cNvPr>
          <p:cNvSpPr txBox="1"/>
          <p:nvPr/>
        </p:nvSpPr>
        <p:spPr>
          <a:xfrm>
            <a:off x="791736" y="4248318"/>
            <a:ext cx="5174165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Please see the schedule at</a:t>
            </a:r>
            <a:b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fhir.fi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/hackathon/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F27A6AD-0EDB-C07C-8574-5B48E59EC8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26100" y="3429000"/>
            <a:ext cx="2819866" cy="28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48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A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FD2291-9F83-3615-5C15-489C18C98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3A5DEADA-8359-F4D5-B8A8-2C90F89E02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26100" y="3429000"/>
            <a:ext cx="2819866" cy="28198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180CB8-4792-0326-5600-54BEBDCC81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2387600"/>
          </a:xfrm>
        </p:spPr>
        <p:txBody>
          <a:bodyPr>
            <a:normAutofit/>
          </a:bodyPr>
          <a:lstStyle/>
          <a:p>
            <a:r>
              <a:rPr lang="en-US" b="1" cap="all" dirty="0">
                <a:solidFill>
                  <a:srgbClr val="03416D"/>
                </a:solidFill>
              </a:rPr>
              <a:t>FINNISH HEALTH DATA HACKATHON</a:t>
            </a:r>
            <a:endParaRPr lang="en-US" dirty="0">
              <a:solidFill>
                <a:srgbClr val="03416D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A8B638-A4AF-2A31-F130-F45B5BA25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01119"/>
            <a:ext cx="9144000" cy="599281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Room 203 B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9F9AE5-F9E6-04E6-D4DE-77E78E5D3862}"/>
              </a:ext>
            </a:extLst>
          </p:cNvPr>
          <p:cNvSpPr txBox="1"/>
          <p:nvPr/>
        </p:nvSpPr>
        <p:spPr>
          <a:xfrm>
            <a:off x="992458" y="4248318"/>
            <a:ext cx="4973443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Please see the schedule at</a:t>
            </a:r>
            <a:b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fhir.fi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/hackathon/sb</a:t>
            </a:r>
          </a:p>
        </p:txBody>
      </p:sp>
    </p:spTree>
    <p:extLst>
      <p:ext uri="{BB962C8B-B14F-4D97-AF65-F5344CB8AC3E}">
        <p14:creationId xmlns:p14="http://schemas.microsoft.com/office/powerpoint/2010/main" val="1687331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822</TotalTime>
  <Words>42</Words>
  <Application>Microsoft Macintosh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FINNISH HEALTH DATA HACKATHON</vt:lpstr>
      <vt:lpstr>FINNISH HEALTH DATA HACKATHON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Mikael Rinnetmäki</dc:creator>
  <cp:keywords/>
  <dc:description/>
  <cp:lastModifiedBy>Mikael Rinnetmäki</cp:lastModifiedBy>
  <cp:revision>4</cp:revision>
  <dcterms:created xsi:type="dcterms:W3CDTF">2026-01-17T16:25:13Z</dcterms:created>
  <dcterms:modified xsi:type="dcterms:W3CDTF">2026-01-18T06:07:21Z</dcterms:modified>
  <cp:category/>
</cp:coreProperties>
</file>